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66" r:id="rId3"/>
    <p:sldId id="257" r:id="rId4"/>
    <p:sldId id="258" r:id="rId5"/>
    <p:sldId id="278" r:id="rId6"/>
    <p:sldId id="259" r:id="rId7"/>
    <p:sldId id="276" r:id="rId8"/>
    <p:sldId id="277" r:id="rId9"/>
    <p:sldId id="260" r:id="rId10"/>
    <p:sldId id="261" r:id="rId11"/>
    <p:sldId id="279" r:id="rId12"/>
    <p:sldId id="262" r:id="rId13"/>
    <p:sldId id="280" r:id="rId14"/>
    <p:sldId id="263" r:id="rId15"/>
    <p:sldId id="264" r:id="rId16"/>
    <p:sldId id="265" r:id="rId17"/>
    <p:sldId id="267" r:id="rId18"/>
    <p:sldId id="268" r:id="rId19"/>
    <p:sldId id="269" r:id="rId20"/>
    <p:sldId id="270" r:id="rId21"/>
    <p:sldId id="271" r:id="rId22"/>
    <p:sldId id="272" r:id="rId23"/>
    <p:sldId id="281" r:id="rId24"/>
    <p:sldId id="275" r:id="rId25"/>
    <p:sldId id="273" r:id="rId26"/>
    <p:sldId id="274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2C55A6-5646-4B26-AB06-CDE508CA23B5}" v="82" dt="2025-08-20T16:09:05.4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285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EHA ." userId="65d277b29110e11d" providerId="LiveId" clId="{342C55A6-5646-4B26-AB06-CDE508CA23B5}"/>
    <pc:docChg chg="undo custSel addSld modSld">
      <pc:chgData name="SNEHA ." userId="65d277b29110e11d" providerId="LiveId" clId="{342C55A6-5646-4B26-AB06-CDE508CA23B5}" dt="2025-08-20T16:18:02.777" v="950" actId="123"/>
      <pc:docMkLst>
        <pc:docMk/>
      </pc:docMkLst>
      <pc:sldChg chg="modSp mod">
        <pc:chgData name="SNEHA ." userId="65d277b29110e11d" providerId="LiveId" clId="{342C55A6-5646-4B26-AB06-CDE508CA23B5}" dt="2025-08-18T15:52:36.356" v="564" actId="20577"/>
        <pc:sldMkLst>
          <pc:docMk/>
          <pc:sldMk cId="0" sldId="257"/>
        </pc:sldMkLst>
        <pc:spChg chg="mod">
          <ac:chgData name="SNEHA ." userId="65d277b29110e11d" providerId="LiveId" clId="{342C55A6-5646-4B26-AB06-CDE508CA23B5}" dt="2025-08-18T15:52:36.356" v="564" actId="20577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SNEHA ." userId="65d277b29110e11d" providerId="LiveId" clId="{342C55A6-5646-4B26-AB06-CDE508CA23B5}" dt="2025-08-20T08:43:40.756" v="603" actId="20577"/>
        <pc:sldMkLst>
          <pc:docMk/>
          <pc:sldMk cId="0" sldId="258"/>
        </pc:sldMkLst>
        <pc:spChg chg="mod">
          <ac:chgData name="SNEHA ." userId="65d277b29110e11d" providerId="LiveId" clId="{342C55A6-5646-4B26-AB06-CDE508CA23B5}" dt="2025-08-20T08:43:40.756" v="603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NEHA ." userId="65d277b29110e11d" providerId="LiveId" clId="{342C55A6-5646-4B26-AB06-CDE508CA23B5}" dt="2025-08-20T08:44:58.006" v="607" actId="27636"/>
        <pc:sldMkLst>
          <pc:docMk/>
          <pc:sldMk cId="0" sldId="259"/>
        </pc:sldMkLst>
        <pc:spChg chg="mod">
          <ac:chgData name="SNEHA ." userId="65d277b29110e11d" providerId="LiveId" clId="{342C55A6-5646-4B26-AB06-CDE508CA23B5}" dt="2025-08-20T08:44:58.006" v="607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SNEHA ." userId="65d277b29110e11d" providerId="LiveId" clId="{342C55A6-5646-4B26-AB06-CDE508CA23B5}" dt="2025-08-20T16:10:00.311" v="922" actId="20577"/>
        <pc:sldMkLst>
          <pc:docMk/>
          <pc:sldMk cId="0" sldId="260"/>
        </pc:sldMkLst>
        <pc:spChg chg="mod">
          <ac:chgData name="SNEHA ." userId="65d277b29110e11d" providerId="LiveId" clId="{342C55A6-5646-4B26-AB06-CDE508CA23B5}" dt="2025-08-20T16:10:00.311" v="922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SNEHA ." userId="65d277b29110e11d" providerId="LiveId" clId="{342C55A6-5646-4B26-AB06-CDE508CA23B5}" dt="2025-08-20T08:46:10.176" v="612" actId="27636"/>
        <pc:sldMkLst>
          <pc:docMk/>
          <pc:sldMk cId="0" sldId="261"/>
        </pc:sldMkLst>
        <pc:spChg chg="mod">
          <ac:chgData name="SNEHA ." userId="65d277b29110e11d" providerId="LiveId" clId="{342C55A6-5646-4B26-AB06-CDE508CA23B5}" dt="2025-08-20T08:46:10.176" v="612" actId="2763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SNEHA ." userId="65d277b29110e11d" providerId="LiveId" clId="{342C55A6-5646-4B26-AB06-CDE508CA23B5}" dt="2025-08-20T08:46:25.930" v="615" actId="20577"/>
        <pc:sldMkLst>
          <pc:docMk/>
          <pc:sldMk cId="0" sldId="262"/>
        </pc:sldMkLst>
        <pc:spChg chg="mod">
          <ac:chgData name="SNEHA ." userId="65d277b29110e11d" providerId="LiveId" clId="{342C55A6-5646-4B26-AB06-CDE508CA23B5}" dt="2025-08-20T08:46:25.930" v="615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SNEHA ." userId="65d277b29110e11d" providerId="LiveId" clId="{342C55A6-5646-4B26-AB06-CDE508CA23B5}" dt="2025-08-20T09:00:30.954" v="650" actId="27636"/>
        <pc:sldMkLst>
          <pc:docMk/>
          <pc:sldMk cId="0" sldId="263"/>
        </pc:sldMkLst>
        <pc:spChg chg="mod">
          <ac:chgData name="SNEHA ." userId="65d277b29110e11d" providerId="LiveId" clId="{342C55A6-5646-4B26-AB06-CDE508CA23B5}" dt="2025-08-20T09:00:30.954" v="650" actId="27636"/>
          <ac:spMkLst>
            <pc:docMk/>
            <pc:sldMk cId="0" sldId="263"/>
            <ac:spMk id="3" creationId="{00000000-0000-0000-0000-000000000000}"/>
          </ac:spMkLst>
        </pc:spChg>
      </pc:sldChg>
      <pc:sldChg chg="delSp modSp mod">
        <pc:chgData name="SNEHA ." userId="65d277b29110e11d" providerId="LiveId" clId="{342C55A6-5646-4B26-AB06-CDE508CA23B5}" dt="2025-08-20T09:05:57.159" v="672" actId="14100"/>
        <pc:sldMkLst>
          <pc:docMk/>
          <pc:sldMk cId="0" sldId="264"/>
        </pc:sldMkLst>
        <pc:spChg chg="del">
          <ac:chgData name="SNEHA ." userId="65d277b29110e11d" providerId="LiveId" clId="{342C55A6-5646-4B26-AB06-CDE508CA23B5}" dt="2025-08-20T09:05:39.199" v="667" actId="478"/>
          <ac:spMkLst>
            <pc:docMk/>
            <pc:sldMk cId="0" sldId="264"/>
            <ac:spMk id="3" creationId="{00000000-0000-0000-0000-000000000000}"/>
          </ac:spMkLst>
        </pc:spChg>
        <pc:graphicFrameChg chg="mod modGraphic">
          <ac:chgData name="SNEHA ." userId="65d277b29110e11d" providerId="LiveId" clId="{342C55A6-5646-4B26-AB06-CDE508CA23B5}" dt="2025-08-20T09:05:57.159" v="672" actId="14100"/>
          <ac:graphicFrameMkLst>
            <pc:docMk/>
            <pc:sldMk cId="0" sldId="264"/>
            <ac:graphicFrameMk id="6" creationId="{00000000-0000-0000-0000-000000000000}"/>
          </ac:graphicFrameMkLst>
        </pc:graphicFrameChg>
      </pc:sldChg>
      <pc:sldChg chg="delSp modSp mod">
        <pc:chgData name="SNEHA ." userId="65d277b29110e11d" providerId="LiveId" clId="{342C55A6-5646-4B26-AB06-CDE508CA23B5}" dt="2025-08-20T09:48:24.211" v="889" actId="20577"/>
        <pc:sldMkLst>
          <pc:docMk/>
          <pc:sldMk cId="0" sldId="265"/>
        </pc:sldMkLst>
        <pc:spChg chg="del mod">
          <ac:chgData name="SNEHA ." userId="65d277b29110e11d" providerId="LiveId" clId="{342C55A6-5646-4B26-AB06-CDE508CA23B5}" dt="2025-08-20T09:05:27.060" v="663" actId="478"/>
          <ac:spMkLst>
            <pc:docMk/>
            <pc:sldMk cId="0" sldId="265"/>
            <ac:spMk id="3" creationId="{00000000-0000-0000-0000-000000000000}"/>
          </ac:spMkLst>
        </pc:spChg>
        <pc:graphicFrameChg chg="mod modGraphic">
          <ac:chgData name="SNEHA ." userId="65d277b29110e11d" providerId="LiveId" clId="{342C55A6-5646-4B26-AB06-CDE508CA23B5}" dt="2025-08-20T09:48:24.211" v="889" actId="20577"/>
          <ac:graphicFrameMkLst>
            <pc:docMk/>
            <pc:sldMk cId="0" sldId="265"/>
            <ac:graphicFrameMk id="8" creationId="{00000000-0000-0000-0000-000000000000}"/>
          </ac:graphicFrameMkLst>
        </pc:graphicFrameChg>
      </pc:sldChg>
      <pc:sldChg chg="addSp delSp modSp mod">
        <pc:chgData name="SNEHA ." userId="65d277b29110e11d" providerId="LiveId" clId="{342C55A6-5646-4B26-AB06-CDE508CA23B5}" dt="2025-08-20T09:50:14.107" v="901" actId="14100"/>
        <pc:sldMkLst>
          <pc:docMk/>
          <pc:sldMk cId="3729327754" sldId="267"/>
        </pc:sldMkLst>
        <pc:spChg chg="add del mod">
          <ac:chgData name="SNEHA ." userId="65d277b29110e11d" providerId="LiveId" clId="{342C55A6-5646-4B26-AB06-CDE508CA23B5}" dt="2025-08-20T09:49:40.151" v="895" actId="478"/>
          <ac:spMkLst>
            <pc:docMk/>
            <pc:sldMk cId="3729327754" sldId="267"/>
            <ac:spMk id="7" creationId="{204A3BB2-E8B6-00A1-6BA9-C23458FA4C84}"/>
          </ac:spMkLst>
        </pc:spChg>
        <pc:graphicFrameChg chg="mod modGraphic">
          <ac:chgData name="SNEHA ." userId="65d277b29110e11d" providerId="LiveId" clId="{342C55A6-5646-4B26-AB06-CDE508CA23B5}" dt="2025-08-20T09:50:14.107" v="901" actId="14100"/>
          <ac:graphicFrameMkLst>
            <pc:docMk/>
            <pc:sldMk cId="3729327754" sldId="267"/>
            <ac:graphicFrameMk id="6" creationId="{00000000-0000-0000-0000-000000000000}"/>
          </ac:graphicFrameMkLst>
        </pc:graphicFrameChg>
        <pc:graphicFrameChg chg="del modGraphic">
          <ac:chgData name="SNEHA ." userId="65d277b29110e11d" providerId="LiveId" clId="{342C55A6-5646-4B26-AB06-CDE508CA23B5}" dt="2025-08-20T09:49:37.757" v="894" actId="478"/>
          <ac:graphicFrameMkLst>
            <pc:docMk/>
            <pc:sldMk cId="3729327754" sldId="267"/>
            <ac:graphicFrameMk id="10" creationId="{680CE638-4304-7CE5-530E-715746581C1F}"/>
          </ac:graphicFrameMkLst>
        </pc:graphicFrameChg>
      </pc:sldChg>
      <pc:sldChg chg="addSp delSp modSp mod">
        <pc:chgData name="SNEHA ." userId="65d277b29110e11d" providerId="LiveId" clId="{342C55A6-5646-4B26-AB06-CDE508CA23B5}" dt="2025-08-20T09:21:09.782" v="701" actId="120"/>
        <pc:sldMkLst>
          <pc:docMk/>
          <pc:sldMk cId="3480335941" sldId="268"/>
        </pc:sldMkLst>
        <pc:spChg chg="del">
          <ac:chgData name="SNEHA ." userId="65d277b29110e11d" providerId="LiveId" clId="{342C55A6-5646-4B26-AB06-CDE508CA23B5}" dt="2025-08-20T08:54:55.363" v="621" actId="478"/>
          <ac:spMkLst>
            <pc:docMk/>
            <pc:sldMk cId="3480335941" sldId="268"/>
            <ac:spMk id="3" creationId="{00000000-0000-0000-0000-000000000000}"/>
          </ac:spMkLst>
        </pc:spChg>
        <pc:graphicFrameChg chg="mod modGraphic">
          <ac:chgData name="SNEHA ." userId="65d277b29110e11d" providerId="LiveId" clId="{342C55A6-5646-4B26-AB06-CDE508CA23B5}" dt="2025-08-20T09:21:09.782" v="701" actId="120"/>
          <ac:graphicFrameMkLst>
            <pc:docMk/>
            <pc:sldMk cId="3480335941" sldId="268"/>
            <ac:graphicFrameMk id="6" creationId="{00000000-0000-0000-0000-000000000000}"/>
          </ac:graphicFrameMkLst>
        </pc:graphicFrameChg>
        <pc:inkChg chg="add">
          <ac:chgData name="SNEHA ." userId="65d277b29110e11d" providerId="LiveId" clId="{342C55A6-5646-4B26-AB06-CDE508CA23B5}" dt="2025-08-20T08:58:54.460" v="634" actId="9405"/>
          <ac:inkMkLst>
            <pc:docMk/>
            <pc:sldMk cId="3480335941" sldId="268"/>
            <ac:inkMk id="7" creationId="{A59754E6-A63E-10E4-500F-7BE1648F6D2C}"/>
          </ac:inkMkLst>
        </pc:inkChg>
      </pc:sldChg>
      <pc:sldChg chg="addSp delSp modSp mod">
        <pc:chgData name="SNEHA ." userId="65d277b29110e11d" providerId="LiveId" clId="{342C55A6-5646-4B26-AB06-CDE508CA23B5}" dt="2025-08-20T09:35:40.363" v="816" actId="20577"/>
        <pc:sldMkLst>
          <pc:docMk/>
          <pc:sldMk cId="3929722202" sldId="269"/>
        </pc:sldMkLst>
        <pc:spChg chg="del">
          <ac:chgData name="SNEHA ." userId="65d277b29110e11d" providerId="LiveId" clId="{342C55A6-5646-4B26-AB06-CDE508CA23B5}" dt="2025-08-20T09:02:43.720" v="652" actId="478"/>
          <ac:spMkLst>
            <pc:docMk/>
            <pc:sldMk cId="3929722202" sldId="269"/>
            <ac:spMk id="3" creationId="{00000000-0000-0000-0000-000000000000}"/>
          </ac:spMkLst>
        </pc:spChg>
        <pc:graphicFrameChg chg="add mod modGraphic">
          <ac:chgData name="SNEHA ." userId="65d277b29110e11d" providerId="LiveId" clId="{342C55A6-5646-4B26-AB06-CDE508CA23B5}" dt="2025-08-20T09:35:40.363" v="816" actId="20577"/>
          <ac:graphicFrameMkLst>
            <pc:docMk/>
            <pc:sldMk cId="3929722202" sldId="269"/>
            <ac:graphicFrameMk id="3" creationId="{94698521-F0E2-DEE5-ACB4-E976D67DC2CD}"/>
          </ac:graphicFrameMkLst>
        </pc:graphicFrameChg>
        <pc:graphicFrameChg chg="del mod modGraphic">
          <ac:chgData name="SNEHA ." userId="65d277b29110e11d" providerId="LiveId" clId="{342C55A6-5646-4B26-AB06-CDE508CA23B5}" dt="2025-08-20T09:32:23.416" v="794" actId="478"/>
          <ac:graphicFrameMkLst>
            <pc:docMk/>
            <pc:sldMk cId="3929722202" sldId="269"/>
            <ac:graphicFrameMk id="7" creationId="{00000000-0000-0000-0000-000000000000}"/>
          </ac:graphicFrameMkLst>
        </pc:graphicFrameChg>
      </pc:sldChg>
      <pc:sldChg chg="delSp modSp mod">
        <pc:chgData name="SNEHA ." userId="65d277b29110e11d" providerId="LiveId" clId="{342C55A6-5646-4B26-AB06-CDE508CA23B5}" dt="2025-08-20T09:41:39.406" v="881" actId="20577"/>
        <pc:sldMkLst>
          <pc:docMk/>
          <pc:sldMk cId="3560652123" sldId="270"/>
        </pc:sldMkLst>
        <pc:spChg chg="del">
          <ac:chgData name="SNEHA ." userId="65d277b29110e11d" providerId="LiveId" clId="{342C55A6-5646-4B26-AB06-CDE508CA23B5}" dt="2025-08-20T09:03:29.110" v="657" actId="478"/>
          <ac:spMkLst>
            <pc:docMk/>
            <pc:sldMk cId="3560652123" sldId="270"/>
            <ac:spMk id="3" creationId="{00000000-0000-0000-0000-000000000000}"/>
          </ac:spMkLst>
        </pc:spChg>
        <pc:graphicFrameChg chg="mod modGraphic">
          <ac:chgData name="SNEHA ." userId="65d277b29110e11d" providerId="LiveId" clId="{342C55A6-5646-4B26-AB06-CDE508CA23B5}" dt="2025-08-20T09:41:39.406" v="881" actId="20577"/>
          <ac:graphicFrameMkLst>
            <pc:docMk/>
            <pc:sldMk cId="3560652123" sldId="270"/>
            <ac:graphicFrameMk id="6" creationId="{00000000-0000-0000-0000-000000000000}"/>
          </ac:graphicFrameMkLst>
        </pc:graphicFrameChg>
      </pc:sldChg>
      <pc:sldChg chg="addSp delSp modSp mod">
        <pc:chgData name="SNEHA ." userId="65d277b29110e11d" providerId="LiveId" clId="{342C55A6-5646-4B26-AB06-CDE508CA23B5}" dt="2025-08-18T16:26:46.397" v="592" actId="20577"/>
        <pc:sldMkLst>
          <pc:docMk/>
          <pc:sldMk cId="2943013317" sldId="271"/>
        </pc:sldMkLst>
        <pc:spChg chg="mod">
          <ac:chgData name="SNEHA ." userId="65d277b29110e11d" providerId="LiveId" clId="{342C55A6-5646-4B26-AB06-CDE508CA23B5}" dt="2025-08-18T16:26:46.397" v="592" actId="20577"/>
          <ac:spMkLst>
            <pc:docMk/>
            <pc:sldMk cId="2943013317" sldId="271"/>
            <ac:spMk id="3" creationId="{00000000-0000-0000-0000-000000000000}"/>
          </ac:spMkLst>
        </pc:spChg>
        <pc:picChg chg="add mod">
          <ac:chgData name="SNEHA ." userId="65d277b29110e11d" providerId="LiveId" clId="{342C55A6-5646-4B26-AB06-CDE508CA23B5}" dt="2025-08-18T06:31:10.563" v="449" actId="1076"/>
          <ac:picMkLst>
            <pc:docMk/>
            <pc:sldMk cId="2943013317" sldId="271"/>
            <ac:picMk id="7" creationId="{AED453C4-ABC2-F5E0-6C43-9FF01C14EAC4}"/>
          </ac:picMkLst>
        </pc:picChg>
      </pc:sldChg>
      <pc:sldChg chg="addSp delSp modSp mod">
        <pc:chgData name="SNEHA ." userId="65d277b29110e11d" providerId="LiveId" clId="{342C55A6-5646-4B26-AB06-CDE508CA23B5}" dt="2025-08-20T16:07:41.028" v="904" actId="1076"/>
        <pc:sldMkLst>
          <pc:docMk/>
          <pc:sldMk cId="354542763" sldId="272"/>
        </pc:sldMkLst>
        <pc:spChg chg="mod">
          <ac:chgData name="SNEHA ." userId="65d277b29110e11d" providerId="LiveId" clId="{342C55A6-5646-4B26-AB06-CDE508CA23B5}" dt="2025-08-18T08:43:30.383" v="498" actId="20577"/>
          <ac:spMkLst>
            <pc:docMk/>
            <pc:sldMk cId="354542763" sldId="272"/>
            <ac:spMk id="3" creationId="{00000000-0000-0000-0000-000000000000}"/>
          </ac:spMkLst>
        </pc:spChg>
        <pc:picChg chg="add mod">
          <ac:chgData name="SNEHA ." userId="65d277b29110e11d" providerId="LiveId" clId="{342C55A6-5646-4B26-AB06-CDE508CA23B5}" dt="2025-08-20T16:07:41.028" v="904" actId="1076"/>
          <ac:picMkLst>
            <pc:docMk/>
            <pc:sldMk cId="354542763" sldId="272"/>
            <ac:picMk id="7" creationId="{7B416062-AD83-A4FD-EC43-6FB9672E4D07}"/>
          </ac:picMkLst>
        </pc:picChg>
        <pc:picChg chg="add del mod">
          <ac:chgData name="SNEHA ." userId="65d277b29110e11d" providerId="LiveId" clId="{342C55A6-5646-4B26-AB06-CDE508CA23B5}" dt="2025-08-20T16:06:57.170" v="902" actId="478"/>
          <ac:picMkLst>
            <pc:docMk/>
            <pc:sldMk cId="354542763" sldId="272"/>
            <ac:picMk id="8" creationId="{43187AEA-BCDF-7974-B117-7EA407E44FC5}"/>
          </ac:picMkLst>
        </pc:picChg>
      </pc:sldChg>
      <pc:sldChg chg="addSp delSp modSp mod">
        <pc:chgData name="SNEHA ." userId="65d277b29110e11d" providerId="LiveId" clId="{342C55A6-5646-4B26-AB06-CDE508CA23B5}" dt="2025-08-20T16:09:27.498" v="921" actId="1036"/>
        <pc:sldMkLst>
          <pc:docMk/>
          <pc:sldMk cId="3795002270" sldId="273"/>
        </pc:sldMkLst>
        <pc:picChg chg="add del mod">
          <ac:chgData name="SNEHA ." userId="65d277b29110e11d" providerId="LiveId" clId="{342C55A6-5646-4B26-AB06-CDE508CA23B5}" dt="2025-08-20T16:08:46.939" v="914" actId="478"/>
          <ac:picMkLst>
            <pc:docMk/>
            <pc:sldMk cId="3795002270" sldId="273"/>
            <ac:picMk id="6" creationId="{9D9B2BFC-A54E-6787-AA53-D2066CE62420}"/>
          </ac:picMkLst>
        </pc:picChg>
        <pc:picChg chg="add del mod">
          <ac:chgData name="SNEHA ." userId="65d277b29110e11d" providerId="LiveId" clId="{342C55A6-5646-4B26-AB06-CDE508CA23B5}" dt="2025-08-20T01:19:34.470" v="593" actId="478"/>
          <ac:picMkLst>
            <pc:docMk/>
            <pc:sldMk cId="3795002270" sldId="273"/>
            <ac:picMk id="7" creationId="{4C4D3D06-581C-9BFE-DEA5-47303E8BDB3B}"/>
          </ac:picMkLst>
        </pc:picChg>
        <pc:picChg chg="add mod">
          <ac:chgData name="SNEHA ." userId="65d277b29110e11d" providerId="LiveId" clId="{342C55A6-5646-4B26-AB06-CDE508CA23B5}" dt="2025-08-20T16:09:27.498" v="921" actId="1036"/>
          <ac:picMkLst>
            <pc:docMk/>
            <pc:sldMk cId="3795002270" sldId="273"/>
            <ac:picMk id="7" creationId="{DB3E01ED-3FB2-56FA-1EFB-109CBF291510}"/>
          </ac:picMkLst>
        </pc:picChg>
      </pc:sldChg>
      <pc:sldChg chg="addSp delSp modSp mod">
        <pc:chgData name="SNEHA ." userId="65d277b29110e11d" providerId="LiveId" clId="{342C55A6-5646-4B26-AB06-CDE508CA23B5}" dt="2025-08-20T16:08:41.849" v="913" actId="14100"/>
        <pc:sldMkLst>
          <pc:docMk/>
          <pc:sldMk cId="2305161154" sldId="275"/>
        </pc:sldMkLst>
        <pc:picChg chg="add mod">
          <ac:chgData name="SNEHA ." userId="65d277b29110e11d" providerId="LiveId" clId="{342C55A6-5646-4B26-AB06-CDE508CA23B5}" dt="2025-08-20T16:08:41.849" v="913" actId="14100"/>
          <ac:picMkLst>
            <pc:docMk/>
            <pc:sldMk cId="2305161154" sldId="275"/>
            <ac:picMk id="7" creationId="{9010CEEE-103F-474E-C576-A1C7B762006E}"/>
          </ac:picMkLst>
        </pc:picChg>
        <pc:picChg chg="add del mod">
          <ac:chgData name="SNEHA ." userId="65d277b29110e11d" providerId="LiveId" clId="{342C55A6-5646-4B26-AB06-CDE508CA23B5}" dt="2025-08-20T16:08:11.288" v="908" actId="478"/>
          <ac:picMkLst>
            <pc:docMk/>
            <pc:sldMk cId="2305161154" sldId="275"/>
            <ac:picMk id="8" creationId="{DAC84B08-9871-8D6A-58E4-13F0BBD79D20}"/>
          </ac:picMkLst>
        </pc:picChg>
      </pc:sldChg>
      <pc:sldChg chg="modSp mod">
        <pc:chgData name="SNEHA ." userId="65d277b29110e11d" providerId="LiveId" clId="{342C55A6-5646-4B26-AB06-CDE508CA23B5}" dt="2025-08-20T08:45:16.667" v="608" actId="2711"/>
        <pc:sldMkLst>
          <pc:docMk/>
          <pc:sldMk cId="630680352" sldId="276"/>
        </pc:sldMkLst>
        <pc:spChg chg="mod">
          <ac:chgData name="SNEHA ." userId="65d277b29110e11d" providerId="LiveId" clId="{342C55A6-5646-4B26-AB06-CDE508CA23B5}" dt="2025-08-20T08:45:16.667" v="608" actId="2711"/>
          <ac:spMkLst>
            <pc:docMk/>
            <pc:sldMk cId="630680352" sldId="276"/>
            <ac:spMk id="3" creationId="{8B3013F8-EA75-8B73-B691-9967DDB1449D}"/>
          </ac:spMkLst>
        </pc:spChg>
      </pc:sldChg>
      <pc:sldChg chg="modSp mod">
        <pc:chgData name="SNEHA ." userId="65d277b29110e11d" providerId="LiveId" clId="{342C55A6-5646-4B26-AB06-CDE508CA23B5}" dt="2025-08-20T16:15:51.718" v="939" actId="255"/>
        <pc:sldMkLst>
          <pc:docMk/>
          <pc:sldMk cId="2460749319" sldId="277"/>
        </pc:sldMkLst>
        <pc:spChg chg="mod">
          <ac:chgData name="SNEHA ." userId="65d277b29110e11d" providerId="LiveId" clId="{342C55A6-5646-4B26-AB06-CDE508CA23B5}" dt="2025-08-20T16:15:51.718" v="939" actId="255"/>
          <ac:spMkLst>
            <pc:docMk/>
            <pc:sldMk cId="2460749319" sldId="277"/>
            <ac:spMk id="3" creationId="{F99433FB-9787-5DBA-F8F3-B66560196327}"/>
          </ac:spMkLst>
        </pc:spChg>
      </pc:sldChg>
      <pc:sldChg chg="modSp mod">
        <pc:chgData name="SNEHA ." userId="65d277b29110e11d" providerId="LiveId" clId="{342C55A6-5646-4B26-AB06-CDE508CA23B5}" dt="2025-08-20T16:18:02.777" v="950" actId="123"/>
        <pc:sldMkLst>
          <pc:docMk/>
          <pc:sldMk cId="3238036581" sldId="278"/>
        </pc:sldMkLst>
        <pc:spChg chg="mod">
          <ac:chgData name="SNEHA ." userId="65d277b29110e11d" providerId="LiveId" clId="{342C55A6-5646-4B26-AB06-CDE508CA23B5}" dt="2025-08-20T16:18:02.777" v="950" actId="123"/>
          <ac:spMkLst>
            <pc:docMk/>
            <pc:sldMk cId="3238036581" sldId="278"/>
            <ac:spMk id="3" creationId="{78E18614-CDFC-79B7-95C7-A0877733FA79}"/>
          </ac:spMkLst>
        </pc:spChg>
      </pc:sldChg>
      <pc:sldChg chg="modSp mod">
        <pc:chgData name="SNEHA ." userId="65d277b29110e11d" providerId="LiveId" clId="{342C55A6-5646-4B26-AB06-CDE508CA23B5}" dt="2025-08-20T08:46:14.112" v="613" actId="20577"/>
        <pc:sldMkLst>
          <pc:docMk/>
          <pc:sldMk cId="1275972013" sldId="279"/>
        </pc:sldMkLst>
        <pc:spChg chg="mod">
          <ac:chgData name="SNEHA ." userId="65d277b29110e11d" providerId="LiveId" clId="{342C55A6-5646-4B26-AB06-CDE508CA23B5}" dt="2025-08-20T08:46:14.112" v="613" actId="20577"/>
          <ac:spMkLst>
            <pc:docMk/>
            <pc:sldMk cId="1275972013" sldId="279"/>
            <ac:spMk id="3" creationId="{1E71217E-F1FB-6426-2258-9673FD73D9BF}"/>
          </ac:spMkLst>
        </pc:spChg>
      </pc:sldChg>
      <pc:sldChg chg="modSp mod">
        <pc:chgData name="SNEHA ." userId="65d277b29110e11d" providerId="LiveId" clId="{342C55A6-5646-4B26-AB06-CDE508CA23B5}" dt="2025-08-20T08:46:36.042" v="617" actId="20577"/>
        <pc:sldMkLst>
          <pc:docMk/>
          <pc:sldMk cId="2363299849" sldId="280"/>
        </pc:sldMkLst>
        <pc:spChg chg="mod">
          <ac:chgData name="SNEHA ." userId="65d277b29110e11d" providerId="LiveId" clId="{342C55A6-5646-4B26-AB06-CDE508CA23B5}" dt="2025-08-20T08:46:36.042" v="617" actId="20577"/>
          <ac:spMkLst>
            <pc:docMk/>
            <pc:sldMk cId="2363299849" sldId="280"/>
            <ac:spMk id="3" creationId="{005F4956-4AF2-96CA-3667-B85A17A1C2F2}"/>
          </ac:spMkLst>
        </pc:spChg>
      </pc:sldChg>
      <pc:sldChg chg="addSp delSp modSp new mod">
        <pc:chgData name="SNEHA ." userId="65d277b29110e11d" providerId="LiveId" clId="{342C55A6-5646-4B26-AB06-CDE508CA23B5}" dt="2025-08-20T16:08:04.932" v="907" actId="1076"/>
        <pc:sldMkLst>
          <pc:docMk/>
          <pc:sldMk cId="3830663753" sldId="281"/>
        </pc:sldMkLst>
        <pc:spChg chg="mod">
          <ac:chgData name="SNEHA ." userId="65d277b29110e11d" providerId="LiveId" clId="{342C55A6-5646-4B26-AB06-CDE508CA23B5}" dt="2025-08-18T08:46:38.065" v="513"/>
          <ac:spMkLst>
            <pc:docMk/>
            <pc:sldMk cId="3830663753" sldId="281"/>
            <ac:spMk id="2" creationId="{C105C405-6B1B-37FA-ED68-F7E1707C781E}"/>
          </ac:spMkLst>
        </pc:spChg>
        <pc:spChg chg="add del mod">
          <ac:chgData name="SNEHA ." userId="65d277b29110e11d" providerId="LiveId" clId="{342C55A6-5646-4B26-AB06-CDE508CA23B5}" dt="2025-08-18T08:47:36.197" v="526" actId="5793"/>
          <ac:spMkLst>
            <pc:docMk/>
            <pc:sldMk cId="3830663753" sldId="281"/>
            <ac:spMk id="3" creationId="{1BCD23A9-2ACE-D101-53A0-D5A574B79681}"/>
          </ac:spMkLst>
        </pc:spChg>
        <pc:picChg chg="add mod">
          <ac:chgData name="SNEHA ." userId="65d277b29110e11d" providerId="LiveId" clId="{342C55A6-5646-4B26-AB06-CDE508CA23B5}" dt="2025-08-20T16:08:04.932" v="907" actId="1076"/>
          <ac:picMkLst>
            <pc:docMk/>
            <pc:sldMk cId="3830663753" sldId="281"/>
            <ac:picMk id="7" creationId="{8CB9C53C-B5D3-FCC7-9FE3-775068BC044B}"/>
          </ac:picMkLst>
        </pc:picChg>
        <pc:picChg chg="add del mod">
          <ac:chgData name="SNEHA ." userId="65d277b29110e11d" providerId="LiveId" clId="{342C55A6-5646-4B26-AB06-CDE508CA23B5}" dt="2025-08-20T16:07:45.577" v="905" actId="478"/>
          <ac:picMkLst>
            <pc:docMk/>
            <pc:sldMk cId="3830663753" sldId="281"/>
            <ac:picMk id="9" creationId="{76650B3E-6003-0D8B-5B44-BCF3F4E3209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E2A0B-86E8-46AD-8D7A-6254762C9557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0DD26-6872-48E8-B2DB-0BE2E3E2C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6725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08:58:54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B6C269-8C4E-4E0E-A28B-ACFB6E786E0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5096A-B891-4725-B4E4-581E6D34556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3000">
                <a:latin typeface="Bookman Old Style" panose="02050604050505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484D9CC-97E9-43D0-9C0A-B38B6ADA7531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  <a:ln w="22225">
            <a:noFill/>
          </a:ln>
        </p:spPr>
        <p:txBody>
          <a:bodyPr>
            <a:normAutofit/>
          </a:bodyPr>
          <a:lstStyle>
            <a:lvl1pPr algn="l">
              <a:defRPr sz="3000">
                <a:solidFill>
                  <a:schemeClr val="accent2"/>
                </a:solidFill>
                <a:latin typeface="Bookman Old Style" panose="020506040505050202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7232"/>
            <a:ext cx="8229600" cy="4948932"/>
          </a:xfrm>
          <a:ln>
            <a:noFill/>
          </a:ln>
        </p:spPr>
        <p:txBody>
          <a:bodyPr/>
          <a:lstStyle>
            <a:lvl1pPr algn="just">
              <a:defRPr>
                <a:latin typeface="Bookman Old Style" panose="02050604050505020204" pitchFamily="18" charset="0"/>
                <a:cs typeface="Times New Roman" panose="02020603050405020304" pitchFamily="18" charset="0"/>
              </a:defRPr>
            </a:lvl1pPr>
            <a:lvl2pPr algn="just">
              <a:defRPr>
                <a:latin typeface="Bookman Old Style" panose="02050604050505020204" pitchFamily="18" charset="0"/>
                <a:cs typeface="Times New Roman" panose="02020603050405020304" pitchFamily="18" charset="0"/>
              </a:defRPr>
            </a:lvl2pPr>
            <a:lvl3pPr algn="just">
              <a:defRPr>
                <a:latin typeface="Bookman Old Style" panose="02050604050505020204" pitchFamily="18" charset="0"/>
                <a:cs typeface="Times New Roman" panose="02020603050405020304" pitchFamily="18" charset="0"/>
              </a:defRPr>
            </a:lvl3pPr>
            <a:lvl4pPr algn="just">
              <a:defRPr>
                <a:latin typeface="Bookman Old Style" panose="02050604050505020204" pitchFamily="18" charset="0"/>
                <a:cs typeface="Times New Roman" panose="02020603050405020304" pitchFamily="18" charset="0"/>
              </a:defRPr>
            </a:lvl4pPr>
            <a:lvl5pPr algn="just">
              <a:defRPr>
                <a:latin typeface="Bookman Old Style" panose="020506040505050202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356350"/>
            <a:ext cx="3048000" cy="365125"/>
          </a:xfrm>
        </p:spPr>
        <p:txBody>
          <a:bodyPr/>
          <a:lstStyle>
            <a:lvl1pPr algn="l">
              <a:defRPr sz="1200">
                <a:solidFill>
                  <a:schemeClr val="accent2"/>
                </a:solidFill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Department of Computer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369229"/>
            <a:ext cx="381000" cy="365125"/>
          </a:xfrm>
        </p:spPr>
        <p:txBody>
          <a:bodyPr/>
          <a:lstStyle>
            <a:lvl1pPr>
              <a:defRPr sz="1200">
                <a:solidFill>
                  <a:schemeClr val="accent2"/>
                </a:solidFill>
                <a:latin typeface="Bookman Old Style" panose="02050604050505020204" pitchFamily="18" charset="0"/>
                <a:cs typeface="Times New Roman" pitchFamily="18" charset="0"/>
              </a:defRPr>
            </a:lvl1pPr>
          </a:lstStyle>
          <a:p>
            <a:fld id="{C65E9355-139B-4FED-8401-A2AF31A8FC3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33400" y="6236595"/>
            <a:ext cx="507398" cy="523980"/>
          </a:xfrm>
          <a:prstGeom prst="rect">
            <a:avLst/>
          </a:prstGeom>
        </p:spPr>
      </p:pic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7555605" y="6363237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latin typeface="Times New Roman" pitchFamily="18" charset="0"/>
                <a:cs typeface="Times New Roman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Times New Roman" pitchFamily="18" charset="0"/>
              </a:rPr>
              <a:t>Slides: </a:t>
            </a:r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8305799" y="6363983"/>
            <a:ext cx="529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latin typeface="Times New Roman" pitchFamily="18" charset="0"/>
                <a:cs typeface="Times New Roman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Bookman Old Style" panose="02050604050505020204" pitchFamily="18" charset="0"/>
                <a:ea typeface="+mn-ea"/>
                <a:cs typeface="Times New Roman" pitchFamily="18" charset="0"/>
              </a:rPr>
              <a:t>/ 20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6126163"/>
            <a:ext cx="8229600" cy="0"/>
          </a:xfrm>
          <a:prstGeom prst="line">
            <a:avLst/>
          </a:prstGeom>
          <a:ln w="22225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457200" y="1066800"/>
            <a:ext cx="8229600" cy="0"/>
          </a:xfrm>
          <a:prstGeom prst="line">
            <a:avLst/>
          </a:prstGeom>
          <a:ln w="22225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5029200"/>
          </a:xfrm>
        </p:spPr>
        <p:txBody>
          <a:bodyPr>
            <a:normAutofit/>
          </a:bodyPr>
          <a:lstStyle>
            <a:lvl1pPr>
              <a:defRPr sz="3000">
                <a:latin typeface="Bookman Old Style" panose="02050604050505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5853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DBD8763-1223-4E1C-9348-E4479451FFA2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53A3728-E260-4992-8842-3C089F6C3D88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63DE32F-317A-4950-B3B6-7B500923F79A}" type="datetime1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A1D3D62-0C66-4F15-9588-8CB96F41B0D1}" type="datetime1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976A512-578D-4C36-9299-7E9D9DEF4439}" type="datetime1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5A72B38-B580-4B82-B7C4-B42B85713C86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39A784A-D693-4B8B-8783-5F012B24800D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A275D0-4AC1-4B77-8D20-030A30032762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464FA7C-9124-49C9-8D4B-6BB473ACFAEB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E9355-139B-4FED-8401-A2AF31A8FC3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1175"/>
            <a:ext cx="7772400" cy="1470025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INCLUSIVE HIRE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209800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sz="1700" b="1" dirty="0">
                <a:solidFill>
                  <a:schemeClr val="tx1"/>
                </a:solidFill>
                <a:latin typeface="Bookman Old Style" panose="02050604050505020204" pitchFamily="18" charset="0"/>
                <a:cs typeface="Times New Roman" pitchFamily="18" charset="0"/>
              </a:rPr>
              <a:t>SNEHA KP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sz="1700" b="1" dirty="0">
                <a:solidFill>
                  <a:schemeClr val="tx1"/>
                </a:solidFill>
                <a:latin typeface="Bookman Old Style" panose="02050604050505020204" pitchFamily="18" charset="0"/>
                <a:cs typeface="Times New Roman" pitchFamily="18" charset="0"/>
              </a:rPr>
              <a:t>MES24MCA-2054</a:t>
            </a:r>
          </a:p>
          <a:p>
            <a:pPr lvl="0">
              <a:spcBef>
                <a:spcPts val="0"/>
              </a:spcBef>
            </a:pPr>
            <a:endParaRPr lang="en-US" sz="1700" b="1" dirty="0">
              <a:solidFill>
                <a:schemeClr val="tx1"/>
              </a:solidFill>
              <a:latin typeface="Bookman Old Style" panose="02050604050505020204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6000"/>
              <a:defRPr/>
            </a:pPr>
            <a:r>
              <a:rPr lang="en-US" sz="1500" b="1" dirty="0">
                <a:solidFill>
                  <a:schemeClr val="tx1"/>
                </a:solidFill>
                <a:latin typeface="Bookman Old Style" panose="02050604050505020204" pitchFamily="18" charset="0"/>
                <a:cs typeface="Times New Roman" pitchFamily="18" charset="0"/>
              </a:rPr>
              <a:t>Department of Computer Applications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76000"/>
              <a:defRPr/>
            </a:pPr>
            <a:r>
              <a:rPr lang="en-US" sz="1500" b="1" dirty="0">
                <a:solidFill>
                  <a:schemeClr val="tx1"/>
                </a:solidFill>
                <a:latin typeface="Bookman Old Style" panose="02050604050505020204" pitchFamily="18" charset="0"/>
                <a:cs typeface="Times New Roman" pitchFamily="18" charset="0"/>
              </a:rPr>
              <a:t>MES College of Engineering, </a:t>
            </a:r>
            <a:r>
              <a:rPr lang="en-US" sz="1500" b="1" dirty="0" err="1">
                <a:solidFill>
                  <a:schemeClr val="tx1"/>
                </a:solidFill>
                <a:latin typeface="Bookman Old Style" panose="02050604050505020204" pitchFamily="18" charset="0"/>
                <a:cs typeface="Times New Roman" pitchFamily="18" charset="0"/>
              </a:rPr>
              <a:t>Kuttippuram</a:t>
            </a:r>
            <a:endParaRPr lang="en-US" sz="1500" b="1" dirty="0">
              <a:solidFill>
                <a:schemeClr val="tx1"/>
              </a:solidFill>
              <a:latin typeface="Bookman Old Style" panose="02050604050505020204" pitchFamily="18" charset="0"/>
              <a:cs typeface="Times New Roman" pitchFamily="18" charset="0"/>
            </a:endParaRPr>
          </a:p>
          <a:p>
            <a:pPr lvl="0">
              <a:spcBef>
                <a:spcPts val="0"/>
              </a:spcBef>
              <a:buClr>
                <a:schemeClr val="accent1"/>
              </a:buClr>
              <a:buSzPct val="76000"/>
              <a:defRPr/>
            </a:pPr>
            <a:endParaRPr lang="en-US" sz="1900" b="1" dirty="0">
              <a:solidFill>
                <a:schemeClr val="tx1"/>
              </a:solidFill>
              <a:latin typeface="Bookman Old Style" panose="02050604050505020204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Clr>
                <a:schemeClr val="accent1"/>
              </a:buClr>
              <a:buSzPct val="76000"/>
              <a:defRPr/>
            </a:pPr>
            <a:r>
              <a:rPr lang="en-US" sz="1200" dirty="0">
                <a:solidFill>
                  <a:schemeClr val="tx1"/>
                </a:solidFill>
                <a:latin typeface="Bookman Old Style" panose="02050604050505020204" pitchFamily="18" charset="0"/>
              </a:rPr>
              <a:t>20/08/2025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236" y="2000040"/>
            <a:ext cx="1457529" cy="1505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PRODUCT OWNER</a:t>
            </a:r>
            <a:b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. C M SULAIKHA</a:t>
            </a:r>
            <a:b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cs typeface="Times New Roman" panose="02020603050405020304" pitchFamily="18" charset="0"/>
              </a:rPr>
              <a:t>ASSISTANT PROFESSOR</a:t>
            </a:r>
            <a:br>
              <a:rPr lang="en-US" sz="2000" dirty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DEPARTMENT OF COMPUTER APPLICATIONS</a:t>
            </a:r>
            <a:br>
              <a:rPr lang="en-US" sz="2000" dirty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MES COLLEGE OF ENGINEERING, KUTTIPPURAM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71055" y="1037459"/>
            <a:ext cx="2590800" cy="1678031"/>
            <a:chOff x="471055" y="1037459"/>
            <a:chExt cx="2590800" cy="1678031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471055" y="1037459"/>
              <a:ext cx="259080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>
              <a:off x="471055" y="1039090"/>
              <a:ext cx="0" cy="167640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/>
          <p:cNvGrpSpPr/>
          <p:nvPr/>
        </p:nvGrpSpPr>
        <p:grpSpPr>
          <a:xfrm>
            <a:off x="6019800" y="4343400"/>
            <a:ext cx="2590800" cy="1676400"/>
            <a:chOff x="6019800" y="4343400"/>
            <a:chExt cx="2590800" cy="16764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6019800" y="6019800"/>
              <a:ext cx="259080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8610600" y="4343400"/>
              <a:ext cx="0" cy="167640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9919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Environment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Backlog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Backlog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Story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Plans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Diagrams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</a:rPr>
              <a:t>ER Diagram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72432"/>
          </a:xfrm>
        </p:spPr>
        <p:txBody>
          <a:bodyPr>
            <a:normAutofit/>
          </a:bodyPr>
          <a:lstStyle/>
          <a:p>
            <a:r>
              <a:rPr lang="en-US" b="1" dirty="0"/>
              <a:t>INCLUSIVE HIRE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US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Differently-abled individuals in Kerala face barriers in finding suitable employment.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Existing job portals lack accessibility features and inclusive job filters.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Inclusive-Hire is developed as a Flutter-based mobile app to bridge this gap.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sym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6FDE5-7BEE-7BD0-E7EB-A2C3B797C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INCLUSIVE HIRE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18614-CDFC-79B7-95C7-A0877733F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Enables accessible job search and inclusive employer hiring.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Supports disability-based filters, accommodation needs, and local languages .</a:t>
            </a:r>
            <a:endParaRPr lang="en-IN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C1FE03-4D3B-BE60-80CA-43F0E03DB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D8B19-5495-758D-7FCF-09C853DBE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036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</a:rPr>
              <a:t>Provide an accessible job portal for differently-abled job seekers.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Allow employers to post inclusive job vacancies with accommodation details.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Implement features like screen reader support, text scaling, and high-contrast themes.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Support district-wise job search and multilingual UI.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Ensure cross-platform availability (Android, iOS, Web).</a:t>
            </a:r>
            <a:endParaRPr lang="en-IN" dirty="0"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CA5DB-C95B-9274-6CC6-BBDD61243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7FD21-F072-514B-1259-00E2A2C72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EXISTING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013F8-EA75-8B73-B691-9967DDB14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latin typeface="Times New Roman" panose="02020603050405020304" pitchFamily="18" charset="0"/>
              </a:rPr>
              <a:t>Mainstream job portals lack disability-specific filters and accessibility support.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Employers find it difficult to reach differently-abled candidates.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Lack of integration with local government or NGO initiatives.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Poor UX for users with impairments.</a:t>
            </a:r>
            <a:endParaRPr lang="en-IN" dirty="0"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33661-B8A5-5F64-B0B3-F069AAD4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45143-4DA4-EC25-D400-31811F43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80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89323-CAA4-5F8F-BC23-AF2428BA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72957-0B3A-B1DC-4183-C152345F0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PROPOSED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433FB-9787-5DBA-F8F3-B66560196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</a:rPr>
              <a:t>User-friendly accessible UI built with Flutter.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Backend powered by Firebase for real-time updates and authentication.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Disability-aware profiles and role-based access.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Employer dashboard to manage job postings and applications.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Support for local languages and district-wise filtering.</a:t>
            </a:r>
            <a:endParaRPr lang="en-IN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</a:rPr>
              <a:t> </a:t>
            </a:r>
            <a:endParaRPr lang="en-IN" dirty="0">
              <a:latin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A7E54E-77D1-E994-4D0C-79543779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B7F26-E457-6E29-93A0-124CF9B8E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49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MOTIVATIONS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US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Address employment inequality faced by differently-abled individuals.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Promote digital inclusion and social equity.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Leverage mobile and cloud technologies to improve outreach and ease of use.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Align with Kerala’s inclusive employment policies and NGO efforts.</a:t>
            </a:r>
            <a:endParaRPr lang="en-IN" dirty="0"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FUNCTIONALITIES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endParaRPr lang="en-US" dirty="0"/>
          </a:p>
          <a:p>
            <a:pPr lvl="0"/>
            <a:r>
              <a:rPr lang="en-US" dirty="0"/>
              <a:t>User registration and profile creation with accessibility options.</a:t>
            </a:r>
            <a:endParaRPr lang="en-IN" dirty="0"/>
          </a:p>
          <a:p>
            <a:pPr lvl="0"/>
            <a:r>
              <a:rPr lang="en-US" dirty="0"/>
              <a:t>Job search with filters by disability type, accommodation, skills, and location.</a:t>
            </a:r>
            <a:endParaRPr lang="en-IN" dirty="0"/>
          </a:p>
          <a:p>
            <a:pPr lvl="0"/>
            <a:r>
              <a:rPr lang="en-US" dirty="0"/>
              <a:t>Employer job posting and application management.</a:t>
            </a:r>
            <a:endParaRPr lang="en-IN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 </a:t>
            </a:r>
            <a:endParaRPr lang="en-IN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47B04-8A8F-3E33-3639-E847E2D3F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FUNCTIONALITIES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1217E-F1FB-6426-2258-9673FD73D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Notification system for job updates and application status.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Cross-platform access (mobile and web).</a:t>
            </a:r>
            <a:endParaRPr lang="en-IN" dirty="0">
              <a:latin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7C8F5-2E0D-E675-95B4-68D05140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2FAB9-7E0E-ECD8-1FEE-5DA89982C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972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MODULE 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US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User Module: Registration, login, profile management with accessibility features.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Job Module: Search, filter, view job postings.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Employer Module: Post jobs, view/manage applications.</a:t>
            </a:r>
            <a:endParaRPr lang="en-IN" dirty="0"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76F89-7900-2CB7-3C95-EFA3683ED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MODULE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F4956-4AF2-96CA-3667-B85A17A1C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Notification Module: Real-time alerts on application status.</a:t>
            </a:r>
            <a:endParaRPr lang="en-IN" dirty="0">
              <a:latin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</a:rPr>
              <a:t>Admin Module: User verification, job approval, and system monitoring.</a:t>
            </a:r>
            <a:endParaRPr lang="en-IN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</a:rPr>
              <a:t> </a:t>
            </a:r>
            <a:endParaRPr lang="en-IN" dirty="0">
              <a:latin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41E5B7-B688-4853-C137-C37BB2610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1828F-56EE-CD15-01E7-3CE8A750C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299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endParaRPr lang="en-US" dirty="0">
              <a:latin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</a:rPr>
              <a:t>Operating System:   Windows</a:t>
            </a:r>
            <a:endParaRPr lang="en-IN" dirty="0">
              <a:latin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</a:rPr>
              <a:t>Frontend:    Flutter (Dart)</a:t>
            </a:r>
            <a:endParaRPr lang="en-IN" dirty="0">
              <a:latin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</a:rPr>
              <a:t>Backend: Firebase (Authentication, </a:t>
            </a:r>
            <a:r>
              <a:rPr lang="en-US" dirty="0" err="1">
                <a:latin typeface="Times New Roman" panose="02020603050405020304" pitchFamily="18" charset="0"/>
              </a:rPr>
              <a:t>Firestore</a:t>
            </a:r>
            <a:r>
              <a:rPr lang="en-US" dirty="0">
                <a:latin typeface="Times New Roman" panose="02020603050405020304" pitchFamily="18" charset="0"/>
              </a:rPr>
              <a:t>, Cloud Messaging)</a:t>
            </a:r>
            <a:endParaRPr lang="en-IN" dirty="0">
              <a:latin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</a:rPr>
              <a:t>Database:    SQLite</a:t>
            </a:r>
            <a:endParaRPr lang="en-IN" dirty="0">
              <a:latin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</a:rPr>
              <a:t>IDE: Visual Studio Code</a:t>
            </a:r>
            <a:endParaRPr lang="en-IN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BACKLOG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6" name="Google Shape;409;p32"/>
          <p:cNvGraphicFramePr/>
          <p:nvPr>
            <p:extLst>
              <p:ext uri="{D42A27DB-BD31-4B8C-83A1-F6EECF244321}">
                <p14:modId xmlns:p14="http://schemas.microsoft.com/office/powerpoint/2010/main" val="3825489991"/>
              </p:ext>
            </p:extLst>
          </p:nvPr>
        </p:nvGraphicFramePr>
        <p:xfrm>
          <a:off x="457200" y="1143000"/>
          <a:ext cx="8153400" cy="488629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45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2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0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1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7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47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475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475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47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475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90487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Backlog tem </a:t>
                      </a:r>
                      <a:endParaRPr sz="12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Status And Completion Date</a:t>
                      </a:r>
                      <a:endParaRPr sz="12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Original Estimation in Hours </a:t>
                      </a:r>
                      <a:endParaRPr sz="12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 1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 2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3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4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 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5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 6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 7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 8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 9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Day 10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hrs</a:t>
                      </a:r>
                      <a:endParaRPr sz="1100"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223">
                <a:tc gridSpan="1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SPRINT1</a:t>
                      </a:r>
                      <a:endParaRPr sz="13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64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UI Design (Login, Register)</a:t>
                      </a:r>
                      <a:endParaRPr sz="11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/>
                        <a:t>21/08/2025</a:t>
                      </a:r>
                      <a:endParaRPr sz="10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6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64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Authentication (Firebase)</a:t>
                      </a:r>
                      <a:endParaRPr sz="11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24/08/2025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5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64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Profile Creation Module</a:t>
                      </a:r>
                      <a:endParaRPr sz="11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27/08/2025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6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223">
                <a:tc gridSpan="1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SPRINT 2</a:t>
                      </a:r>
                      <a:endParaRPr sz="13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Job Posting (Employer)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01/09/2025</a:t>
                      </a:r>
                      <a:endParaRPr sz="10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8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4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Job Search &amp; Filtering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05/09/2025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BACKLOG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8" name="Google Shape;417;p33"/>
          <p:cNvGraphicFramePr/>
          <p:nvPr>
            <p:extLst>
              <p:ext uri="{D42A27DB-BD31-4B8C-83A1-F6EECF244321}">
                <p14:modId xmlns:p14="http://schemas.microsoft.com/office/powerpoint/2010/main" val="3868322132"/>
              </p:ext>
            </p:extLst>
          </p:nvPr>
        </p:nvGraphicFramePr>
        <p:xfrm>
          <a:off x="457199" y="1241610"/>
          <a:ext cx="8229603" cy="47517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35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2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9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41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0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36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36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36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36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361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361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9393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Backlog tem </a:t>
                      </a:r>
                      <a:endParaRPr sz="12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Status And Completion Date</a:t>
                      </a:r>
                      <a:endParaRPr sz="12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Original Estimation in Hours </a:t>
                      </a:r>
                      <a:endParaRPr sz="12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1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2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3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4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5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6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7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8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9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Day 10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hrs</a:t>
                      </a:r>
                      <a:endParaRPr sz="1100"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23">
                <a:tc gridSpan="1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SPRINT3</a:t>
                      </a:r>
                      <a:endParaRPr sz="13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69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Accessibility Features</a:t>
                      </a:r>
                      <a:endParaRPr sz="11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10/09/2025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9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Notifications &amp; Alerts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/>
                        <a:t>14/09/2025</a:t>
                      </a:r>
                      <a:endParaRPr sz="10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6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623">
                <a:tc gridSpan="1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/>
                        <a:t>SPRINT 4</a:t>
                      </a:r>
                      <a:endParaRPr sz="13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Testing &amp; Bug Fixing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8/10/2025</a:t>
                      </a:r>
                      <a:endParaRPr sz="10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8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31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Deployment &amp; Documentation</a:t>
                      </a:r>
                      <a:endParaRPr sz="1100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12/10/2025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6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31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TOTAL</a:t>
                      </a:r>
                      <a:endParaRPr sz="1100" b="1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61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9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9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9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8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4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3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BACKLOG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6" name="Google Shape;374;p27"/>
          <p:cNvGraphicFramePr/>
          <p:nvPr>
            <p:extLst>
              <p:ext uri="{D42A27DB-BD31-4B8C-83A1-F6EECF244321}">
                <p14:modId xmlns:p14="http://schemas.microsoft.com/office/powerpoint/2010/main" val="2107812216"/>
              </p:ext>
            </p:extLst>
          </p:nvPr>
        </p:nvGraphicFramePr>
        <p:xfrm>
          <a:off x="533400" y="1143000"/>
          <a:ext cx="8077199" cy="4795173"/>
        </p:xfrm>
        <a:graphic>
          <a:graphicData uri="http://schemas.openxmlformats.org/drawingml/2006/table">
            <a:tbl>
              <a:tblPr lastRow="1">
                <a:noFill/>
              </a:tblPr>
              <a:tblGrid>
                <a:gridCol w="1595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69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987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        </a:t>
                      </a:r>
                      <a:r>
                        <a:rPr lang="en" b="1" dirty="0"/>
                        <a:t> ID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     </a:t>
                      </a:r>
                      <a:r>
                        <a:rPr lang="en" b="1" dirty="0"/>
                        <a:t>NAME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PRIORITY</a:t>
                      </a:r>
                      <a:endParaRPr b="1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/>
                        <a:t>   </a:t>
                      </a:r>
                      <a:r>
                        <a:rPr lang="en" sz="1200" b="1" dirty="0"/>
                        <a:t>&lt;high/medium/low&gt;</a:t>
                      </a:r>
                      <a:endParaRPr sz="12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ESTIMATE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dirty="0"/>
                        <a:t>(Hours)</a:t>
                      </a:r>
                      <a:endParaRPr sz="13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STATUS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&lt;Planned/In progress/Completed&gt;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26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USER REGISTRATION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High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5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dirty="0"/>
                        <a:t>PLANNED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70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LOGIN WITH OTP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High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5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PLANNED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70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3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JOB POSTING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High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15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PLANNED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70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4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SEARCH &amp; FILTER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High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10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PLANNED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327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6" name="Google Shape;381;p28"/>
          <p:cNvGraphicFramePr/>
          <p:nvPr>
            <p:extLst>
              <p:ext uri="{D42A27DB-BD31-4B8C-83A1-F6EECF244321}">
                <p14:modId xmlns:p14="http://schemas.microsoft.com/office/powerpoint/2010/main" val="853957705"/>
              </p:ext>
            </p:extLst>
          </p:nvPr>
        </p:nvGraphicFramePr>
        <p:xfrm>
          <a:off x="609599" y="1295400"/>
          <a:ext cx="7848601" cy="46542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62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6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0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29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 User Story ID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As a type of User</a:t>
                      </a:r>
                      <a:endParaRPr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I want to </a:t>
                      </a:r>
                      <a:endParaRPr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&lt;Perform some task&gt;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So that i can</a:t>
                      </a:r>
                      <a:endParaRPr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&lt;Achieve Some Goal&gt; </a:t>
                      </a:r>
                      <a:endParaRPr sz="1100" b="1"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887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  1 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JOB SEEKER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Register and create profile</a:t>
                      </a:r>
                      <a:endParaRPr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 job listings easily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69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 2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EMPLOYER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job listings</a:t>
                      </a:r>
                      <a:endParaRPr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Hire suitable candidates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85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JOB SEEKER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Filter jobs by accommodation</a:t>
                      </a:r>
                      <a:endParaRPr lang="en-IN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Find suitable job options</a:t>
                      </a:r>
                      <a:endParaRPr lang="en-IN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485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ADMIN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Verify users and jobs</a:t>
                      </a:r>
                      <a:endParaRPr lang="en-IN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Maintain platform integrity</a:t>
                      </a:r>
                      <a:endParaRPr lang="en-IN" sz="18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59754E6-A63E-10E4-500F-7BE1648F6D2C}"/>
                  </a:ext>
                </a:extLst>
              </p14:cNvPr>
              <p14:cNvContentPartPr/>
              <p14:nvPr/>
            </p14:nvContentPartPr>
            <p14:xfrm>
              <a:off x="-934390" y="103234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59754E6-A63E-10E4-500F-7BE1648F6D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40510" y="102622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0335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PLAN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698521-F0E2-DEE5-ACB4-E976D67DC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704981"/>
              </p:ext>
            </p:extLst>
          </p:nvPr>
        </p:nvGraphicFramePr>
        <p:xfrm>
          <a:off x="481781" y="1170039"/>
          <a:ext cx="8185939" cy="477356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53129">
                  <a:extLst>
                    <a:ext uri="{9D8B030D-6E8A-4147-A177-3AD203B41FA5}">
                      <a16:colId xmlns:a16="http://schemas.microsoft.com/office/drawing/2014/main" val="2891666676"/>
                    </a:ext>
                  </a:extLst>
                </a:gridCol>
                <a:gridCol w="1366562">
                  <a:extLst>
                    <a:ext uri="{9D8B030D-6E8A-4147-A177-3AD203B41FA5}">
                      <a16:colId xmlns:a16="http://schemas.microsoft.com/office/drawing/2014/main" val="2433131004"/>
                    </a:ext>
                  </a:extLst>
                </a:gridCol>
                <a:gridCol w="1366562">
                  <a:extLst>
                    <a:ext uri="{9D8B030D-6E8A-4147-A177-3AD203B41FA5}">
                      <a16:colId xmlns:a16="http://schemas.microsoft.com/office/drawing/2014/main" val="2409256127"/>
                    </a:ext>
                  </a:extLst>
                </a:gridCol>
                <a:gridCol w="1366562">
                  <a:extLst>
                    <a:ext uri="{9D8B030D-6E8A-4147-A177-3AD203B41FA5}">
                      <a16:colId xmlns:a16="http://schemas.microsoft.com/office/drawing/2014/main" val="3965281191"/>
                    </a:ext>
                  </a:extLst>
                </a:gridCol>
                <a:gridCol w="1366562">
                  <a:extLst>
                    <a:ext uri="{9D8B030D-6E8A-4147-A177-3AD203B41FA5}">
                      <a16:colId xmlns:a16="http://schemas.microsoft.com/office/drawing/2014/main" val="383879099"/>
                    </a:ext>
                  </a:extLst>
                </a:gridCol>
                <a:gridCol w="1366562">
                  <a:extLst>
                    <a:ext uri="{9D8B030D-6E8A-4147-A177-3AD203B41FA5}">
                      <a16:colId xmlns:a16="http://schemas.microsoft.com/office/drawing/2014/main" val="2630844544"/>
                    </a:ext>
                  </a:extLst>
                </a:gridCol>
              </a:tblGrid>
              <a:tr h="93225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User</a:t>
                      </a:r>
                      <a:endParaRPr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StoryID</a:t>
                      </a:r>
                      <a:endParaRPr b="1"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Task Name</a:t>
                      </a:r>
                      <a:endParaRPr b="1"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Start Date</a:t>
                      </a:r>
                      <a:endParaRPr b="1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End Date</a:t>
                      </a:r>
                      <a:endParaRPr b="1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   Days </a:t>
                      </a:r>
                      <a:endParaRPr b="1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  Status</a:t>
                      </a:r>
                      <a:endParaRPr b="1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593748"/>
                  </a:ext>
                </a:extLst>
              </a:tr>
              <a:tr h="76826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SPRINT 1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21/08/2025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23/08/2025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9  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Planned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158977"/>
                  </a:ext>
                </a:extLst>
              </a:tr>
              <a:tr h="76826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24/08/2025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26/08/2025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Planned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128848"/>
                  </a:ext>
                </a:extLst>
              </a:tr>
              <a:tr h="76826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27/08/2025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29/08/2025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Planned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324944"/>
                  </a:ext>
                </a:extLst>
              </a:tr>
              <a:tr h="76826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SPRINT 2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30/08/2025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01/09/2025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16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Planned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998391"/>
                  </a:ext>
                </a:extLst>
              </a:tr>
              <a:tr h="76826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3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02/08/2025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05/09/2025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Planned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882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9722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/>
          <a:lstStyle/>
          <a:p>
            <a:r>
              <a:rPr lang="en-US" dirty="0"/>
              <a:t>PROJECT PLAN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6" name="Google Shape;402;p31"/>
          <p:cNvGraphicFramePr/>
          <p:nvPr>
            <p:extLst>
              <p:ext uri="{D42A27DB-BD31-4B8C-83A1-F6EECF244321}">
                <p14:modId xmlns:p14="http://schemas.microsoft.com/office/powerpoint/2010/main" val="1277427900"/>
              </p:ext>
            </p:extLst>
          </p:nvPr>
        </p:nvGraphicFramePr>
        <p:xfrm>
          <a:off x="457200" y="1219200"/>
          <a:ext cx="8185939" cy="464819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53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6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6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6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6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8189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User</a:t>
                      </a:r>
                      <a:endParaRPr b="1" dirty="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StoryID</a:t>
                      </a:r>
                      <a:endParaRPr b="1"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Task Name</a:t>
                      </a:r>
                      <a:endParaRPr b="1"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Start Date</a:t>
                      </a:r>
                      <a:endParaRPr b="1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End Date</a:t>
                      </a:r>
                      <a:endParaRPr b="1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   Days </a:t>
                      </a:r>
                      <a:endParaRPr b="1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  Status</a:t>
                      </a:r>
                      <a:endParaRPr b="1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7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SPRINT 3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06/09/2025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10/09/2025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9  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Planned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7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11/09/2025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14/09/2025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Planned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7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4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SPRINT 4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15/09/2025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08/10/2025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26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Planned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157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4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09/10/2025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12/10/2025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Planned</a:t>
                      </a:r>
                      <a:endParaRPr dirty="0"/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652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Level 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D453C4-ABC2-F5E0-6C43-9FF01C14E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737" y="1828800"/>
            <a:ext cx="572452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13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Level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416062-AD83-A4FD-EC43-6FB9672E4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752600"/>
            <a:ext cx="724852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42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C405-6B1B-37FA-ED68-F7E1707C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D23A9-2ACE-D101-53A0-D5A574B79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Level 1.1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3D1E6-9FE3-358D-5969-FF7FF0328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0BA81-DF0D-029E-2B08-291E9BB43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B9C53C-B5D3-FCC7-9FE3-775068BC0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367" y="1837185"/>
            <a:ext cx="681037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6637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Level 1.2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Applications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10CEEE-103F-474E-C576-A1C7B7620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15867"/>
            <a:ext cx="7848600" cy="187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161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Applications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E9355-139B-4FED-8401-A2AF31A8FC31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3E01ED-3FB2-56FA-1EFB-109CBF291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219200"/>
            <a:ext cx="80772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02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2872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1031</Words>
  <Application>Microsoft Office PowerPoint</Application>
  <PresentationFormat>On-screen Show (4:3)</PresentationFormat>
  <Paragraphs>440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Bookman Old Style</vt:lpstr>
      <vt:lpstr>Calibri</vt:lpstr>
      <vt:lpstr>Cambria</vt:lpstr>
      <vt:lpstr>Times New Roman</vt:lpstr>
      <vt:lpstr>Office Theme</vt:lpstr>
      <vt:lpstr>INCLUSIVE HIRE</vt:lpstr>
      <vt:lpstr>PRODUCT OWNER  Ms . C M SULAIKHA ASSISTANT PROFESSOR DEPARTMENT OF COMPUTER APPLICATIONS MES COLLEGE OF ENGINEERING, KUTTIPPURAM</vt:lpstr>
      <vt:lpstr>TABLE OF CONTENTS</vt:lpstr>
      <vt:lpstr>INCLUSIVE HIRE</vt:lpstr>
      <vt:lpstr>INCLUSIVE HIRE</vt:lpstr>
      <vt:lpstr>OBJECTIVES</vt:lpstr>
      <vt:lpstr>EXISTING SYSTEM</vt:lpstr>
      <vt:lpstr>PROPOSED SYSTEM</vt:lpstr>
      <vt:lpstr>MOTIVATIONS</vt:lpstr>
      <vt:lpstr>FUNCTIONALITIES</vt:lpstr>
      <vt:lpstr>FUNCTIONALITIES</vt:lpstr>
      <vt:lpstr>MODULE DESCRIPTION</vt:lpstr>
      <vt:lpstr>MODULE DESCRIPTION</vt:lpstr>
      <vt:lpstr>DEVELOPING ENVIRONMENT</vt:lpstr>
      <vt:lpstr>SPRINT BACKLOG</vt:lpstr>
      <vt:lpstr>SPRINT BACKLOG</vt:lpstr>
      <vt:lpstr>PRODUCT BACKLOG</vt:lpstr>
      <vt:lpstr>USER STORY</vt:lpstr>
      <vt:lpstr>PROJECT PLAN</vt:lpstr>
      <vt:lpstr>PROJECT PLAN</vt:lpstr>
      <vt:lpstr>DATA FLOW DIAGRAM</vt:lpstr>
      <vt:lpstr>DATA FLOW DIAGRAM</vt:lpstr>
      <vt:lpstr>DATA FLOW DIAGRAM</vt:lpstr>
      <vt:lpstr>DATA FLOW DIAGRAM</vt:lpstr>
      <vt:lpstr>ER DIAGRAM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Faculty</dc:creator>
  <cp:lastModifiedBy>SNEHA .</cp:lastModifiedBy>
  <cp:revision>38</cp:revision>
  <dcterms:created xsi:type="dcterms:W3CDTF">2024-09-27T10:56:22Z</dcterms:created>
  <dcterms:modified xsi:type="dcterms:W3CDTF">2025-08-20T16:18:08Z</dcterms:modified>
</cp:coreProperties>
</file>